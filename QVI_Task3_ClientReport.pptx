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REVIEW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2788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Chips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Retail Strategy &amp; Analytics  —  Insights &amp;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Julia, Category Manager  ·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15544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 &amp; approach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set out to answer and how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633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28800" y="263347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spends on chips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segments and what drives their spend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71246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28800" y="3712464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Trial store performance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Did the new layout trial lift sales?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79145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828800" y="4791456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Actions for the upcoming strategic plan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Quantium  |  Category Review: Chips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8428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Recommendation:  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 the chip category by protecting high-volume family shoppers on price and pack availability, while targeting premium-willing Mainstream singles &amp; couples with higher-margin ranges — and roll out the new store layout, which significantly lifted sales.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3127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Volume base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Older &amp; Young Families drive the most sales through high units per customer.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283464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315468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3127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Premium impulse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1728" y="39319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Mainstream young/midage singles &amp; couples pay the highest price per pack (p&lt;0.001).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66176" y="283464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86216" y="3154680"/>
            <a:ext cx="502920" cy="502920"/>
          </a:xfrm>
          <a:prstGeom prst="ellipse">
            <a:avLst/>
          </a:prstGeom>
          <a:solidFill>
            <a:srgbClr val="EDAE49"/>
          </a:solidFill>
          <a:ln w="12700">
            <a:solidFill>
              <a:srgbClr val="EDAE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26296" y="3127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Trial works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86216" y="39319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Stores 77 &amp; 88 saw a significant sales uplift; store 86 lifted customers strongly.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Quantium  |  Category Review: Chips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8428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868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category: who spends on chips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segments drive most chip sales</a:t>
            </a:r>
            <a:endParaRPr lang="en-US" sz="2800" dirty="0"/>
          </a:p>
        </p:txBody>
      </p:sp>
      <p:pic>
        <p:nvPicPr>
          <p:cNvPr id="3" name="Image 0" descr="/home/claude/deck_assets/s_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758952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1040" y="1554480"/>
            <a:ext cx="3383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sales segments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$157k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– Older Families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149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$148k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Mainstream – Young Sing/Coup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149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$145k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Mainstream – Retirees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three groups are the engine of the category and should anchor range and space decisions.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Quantium  |  Category Review: Chips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8428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Mainstream singles &amp; couples pay a price premium</a:t>
            </a:r>
            <a:endParaRPr lang="en-US" sz="2800" dirty="0"/>
          </a:p>
        </p:txBody>
      </p:sp>
      <p:pic>
        <p:nvPicPr>
          <p:cNvPr id="3" name="Image 0" descr="/home/claude/deck_assets/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758952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1040" y="1554480"/>
            <a:ext cx="33832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D149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$4.07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price/unit — Mainstream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Young Singles/Couples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$3.69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Budget / Premium in the same lifestage.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Statistically significant (t = 37.6, p &lt; 0.001). These shoppers buy chips as a treat, not a bargain.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Quantium  |  Category Review: Chips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8428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Kettle leads; large sharing packs dominate</a:t>
            </a:r>
            <a:endParaRPr lang="en-US" sz="2800" dirty="0"/>
          </a:p>
        </p:txBody>
      </p:sp>
      <p:pic>
        <p:nvPicPr>
          <p:cNvPr id="3" name="Image 0" descr="/home/claude/deck_assets/s_bran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758952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1040" y="164592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Kettle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#1 chip brand by total sales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DAE4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175g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popular pack size by units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Anchor promotions and feature space around the winning brand and the sharing-pack format.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Quantium  |  Category Review: Chips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8428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868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Trial store performance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measured the trial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challenge: 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layout trial ran in stores 77, 86 and 88 (Feb–Apr 2019). To know whether sales rose because of the trial — and not seasonality — each trial store is compared against a matched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store.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0020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an established store whose pre-trial sales and customer counts track the trial store closely (correlation + magnitude scoring).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2743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376672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9432" y="38862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Adjust the control store to the trial store's level so the two are directly comparable.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274320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971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6A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153144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75904" y="38862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each trial month against the control's 5–95% confidence band — outside the band = a significant effect.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Quantium  |  Category Review: Chips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8428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trial significantly lifted sales</a:t>
            </a:r>
            <a:endParaRPr lang="en-US" sz="2800" dirty="0"/>
          </a:p>
        </p:txBody>
      </p:sp>
      <p:pic>
        <p:nvPicPr>
          <p:cNvPr id="3" name="Image 0" descr="/home/claude/deck_assets/s_tr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758952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1040" y="146304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77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 significantly above control in Mar &amp; Apr.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88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Significant uplift in two of three months.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86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 rose strongly, but sales were inconclusive — check for local pricing/promo differences.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 line breaks above the shaded control band during the trial window.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Quantium  |  Category Review: Chips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8428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 for the strategic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508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the volume base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competitive pricing and reliable stock of popular sharing packs for Budget Older &amp; Young Families — the category's biggest sales source.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2715768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 the premium impulse shopper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Mainstream young &amp; midage singles/couples with higher-margin and on-trend ranges, plus impulse placement and feature space.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968496"/>
            <a:ext cx="640080" cy="640080"/>
          </a:xfrm>
          <a:prstGeom prst="ellipse">
            <a:avLst/>
          </a:prstGeom>
          <a:solidFill>
            <a:srgbClr val="EDAE49"/>
          </a:solidFill>
          <a:ln w="12700">
            <a:solidFill>
              <a:srgbClr val="EDAE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684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922776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 with the winning brand &amp; pack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Anchor range, promotions and space around Kettle and the 175g sharing format, which capture the bulk of demand.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640080" cy="6400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75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5129784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out the new layout</a:t>
            </a:r>
            <a:endParaRPr lang="en-US" sz="1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 rose significantly in trial stores 77 &amp; 88. Confirm why store 86 differed, then extend the layout more broadly.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3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Prepared by Fariba Kazi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Category Review: Chips</dc:title>
  <dc:subject>PptxGenJS Presentation</dc:subject>
  <dc:creator>Fariba Kazi</dc:creator>
  <cp:lastModifiedBy>Fariba Kazi</cp:lastModifiedBy>
  <cp:revision>1</cp:revision>
  <dcterms:created xsi:type="dcterms:W3CDTF">2026-06-19T22:15:14Z</dcterms:created>
  <dcterms:modified xsi:type="dcterms:W3CDTF">2026-06-19T22:15:14Z</dcterms:modified>
</cp:coreProperties>
</file>